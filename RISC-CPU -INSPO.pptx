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BA95-B0B7-8A4A-4383-76CF875EF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8E6C1-3DE1-6E98-F361-53C4F9708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30538-C7EE-C31A-5666-A76B362F3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69533-9B12-F5C4-0BE4-2986CA31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8452E-00C5-0747-812B-5C1324F7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51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C319-2EC1-F363-B613-66DDDF33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5BD-A979-87B7-8A1A-5D8CD71D5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4D6EC-BEA7-F54A-C1AA-4D5F9423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615D0-6747-9FF8-4B15-21C5B076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98D24-2AC1-6174-0D52-EC9BE7C6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86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AC09-3D35-C306-2FA2-716AD121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6B0F6-3DE3-99BE-27A4-A9E4F6D54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075DA-9D30-2E86-8768-6207123C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BFC75-BE21-D3E4-EBA9-556E2A68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42C36-D038-F192-C62F-53581983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4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B1A2-E048-CD0C-8DE7-6A8BAF91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572E-718F-6AF6-7C2D-BEA531860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F4BCF-BB7A-F9C5-0118-D3A412E0F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7662D-4BDD-9D24-BCA0-609922B5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03189-D5D3-E62F-A798-199C6DCF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4490D-2A86-7590-A14B-A93C8410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1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07D6-20BD-5962-22EF-B26FE151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A2793-A1BC-18EE-D2ED-129D3CDE7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FB5B2-531A-9819-4B68-050118BD7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1FA60-317B-F399-3124-464AD023E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DDC87-4E9E-3899-54F8-F18D19CD6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A23F7-19C7-2224-A78E-047A688D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43C85-4E82-E06E-DED3-0B4C031D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381CE-C38A-DB9E-83CE-633050C9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85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77D4-B0EB-CE0B-94C5-11640F9A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41872-FCFB-A609-937C-5A56B158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A6AD8-2F0B-E1CA-FA7A-5D99A7A8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79E6F-1152-17DA-029D-3B0446EA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71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7CD7A-D9B4-963A-7E4E-6AB76F529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BBCEB-44BC-20E6-3FF3-3509614D5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C10C9-B38F-8C22-77C5-CB8004E8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15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889F-7F43-316D-4BFA-E775F86A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0867-14D9-9BCA-E3FC-FD4DC726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BCB0-DBF9-5674-0A6D-70E05937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3D932-9FF9-087A-B332-5537766D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96F07-69B5-61CD-7FB4-D74764AC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91AC9-A998-ACE8-8157-31101064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09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5A59-8B8D-20B3-C13A-A9608F68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3B4C0-8616-4E38-4AB5-94B39E365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15B6E-2D8C-B703-1905-B6028B886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21207-B7E7-BA9D-B109-C9F4F115B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15E5D-73EB-5F5D-1AD6-1F107C16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9F333-1B2E-37FE-BB34-C94A2593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92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A354-D336-234D-BE18-708478F57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2A16F-EE6A-6D78-F370-42266788C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52B85-A792-D343-F0C1-1B0CA314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3955D-BB5E-1FCA-1663-94AE652B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719B6-8548-EA18-F2F9-45D98AD6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21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79DB8-E1DB-9FAB-5462-602FB6070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FEB29-92AD-2C55-C8E0-1FC223E55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F4C9-9F38-7DA8-B460-C3378A03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C782B-4D36-E98D-F175-00793050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13F3F-321C-959A-ABD3-3543335C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359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C961B-FFCC-6736-7032-91C48992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86D01-C164-1AD7-0DE1-EE938168F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A99A-4CAD-D82A-B5D7-96F683A36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05E2E-B0B4-4CE0-8995-0E4182C5C83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8D5F-77C6-4527-8B9A-ECECB2877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188DB-62A4-3CED-8F03-E26530D2F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14754-0B6B-4444-AE49-CA9F01067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49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A319FD-FA3F-98B8-5290-D1CFC960A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1219200"/>
            <a:ext cx="77247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1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F05D9-4BCC-42E2-5234-655540BB3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75" y="923925"/>
            <a:ext cx="741045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0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2295D1-573C-58A5-6AC8-24C946BEA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1042987"/>
            <a:ext cx="77914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3AB62-2DEF-EB2A-9068-08E52D097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823912"/>
            <a:ext cx="81438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86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CF7FE-852B-5669-E77B-09DC6CCC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657225"/>
            <a:ext cx="783907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3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FA22C-BC97-867D-1930-155B37FE7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319087"/>
            <a:ext cx="789622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9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5FC112-F91E-781F-82F3-CD510EF5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162050"/>
            <a:ext cx="81534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35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C994C-89A3-556B-BA68-65F8CF43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585787"/>
            <a:ext cx="82391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8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8C8DF3-B54E-CBC7-41F1-9193DB016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966787"/>
            <a:ext cx="68580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4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32AF4-4CBD-1470-C256-6F5F0EA1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400050"/>
            <a:ext cx="7229475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11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E2F6E-E97C-5F21-EC37-9B2C39760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557212"/>
            <a:ext cx="824865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196D0-62F1-9F27-6DE6-18D4A2C5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2" y="409575"/>
            <a:ext cx="795337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6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3FD858-089C-7335-59AF-DBC69D054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971550"/>
            <a:ext cx="81629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27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7335D2-3835-8DDD-6FB5-050FACDF8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2" y="800100"/>
            <a:ext cx="82200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57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30558-6ACE-0385-5F7A-075C8CA4D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776287"/>
            <a:ext cx="81915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382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44D96B-BF4A-70A5-881C-6810F7CB9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500062"/>
            <a:ext cx="81629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31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024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197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989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246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034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130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689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Bijitendra Mittra</dc:creator>
  <cp:lastModifiedBy>Bijitendra Mittra</cp:lastModifiedBy>
  <cp:revision>1</cp:revision>
  <dcterms:created xsi:type="dcterms:W3CDTF">2026-09-08T10:49:34Z</dcterms:created>
  <dcterms:modified xsi:type="dcterms:W3CDTF">2026-09-08T10:49:58Z</dcterms:modified>
</cp:coreProperties>
</file>